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DCFF"/>
                </a:solidFill>
                <a:latin typeface="Arial"/>
              </a:defRPr>
            </a:pPr>
            <a:r>
              <a:t>YAZILIM TEST MÜHENDİSLİĞİ DERSİ PROJE ÖDEVİ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F4FB2"/>
                </a:solidFill>
                <a:latin typeface="Arial"/>
              </a:defRPr>
            </a:pPr>
            <a:r>
              <a:t>Yapay Zeka Destekli</a:t>
            </a:r>
            <a:br/>
            <a:r>
              <a:t>Yazılım Test Mühendisliği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8F2"/>
                </a:solidFill>
                <a:latin typeface="Arial"/>
              </a:defRPr>
            </a:pPr>
            <a:r>
              <a:t>Otomatik Servis Testleri ve Yapay Zeka Uygulamaları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E82B4"/>
                </a:solidFill>
                <a:latin typeface="Arial"/>
              </a:defRPr>
            </a:pPr>
            <a:r>
              <a:t>Hazırlayan: Muhammet Emre Doğangün - 21360859048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DCFF"/>
                </a:solidFill>
                <a:latin typeface="Arial"/>
              </a:defRPr>
            </a:pPr>
            <a:r>
              <a:t>Yazılım Test Mühendisliği Nedir?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200">
                <a:solidFill>
                  <a:srgbClr val="FF4FB2"/>
                </a:solidFill>
              </a:defRPr>
            </a:pPr>
            <a:r>
              <a:t>Temel Amaç:</a:t>
            </a:r>
          </a:p>
          <a:p>
            <a:pPr>
              <a:spcAft>
                <a:spcPts val="2000"/>
              </a:spcAft>
              <a:defRPr sz="1600">
                <a:solidFill>
                  <a:srgbClr val="F8F8F2"/>
                </a:solidFill>
              </a:defRPr>
            </a:pPr>
            <a:r>
              <a:t>Yazılım Test Mühendisliği, bir yazılım ürününün hatasız çalışmasını, güvenilir olmasını ve kendisinden beklenen tüm görevleri eksiksiz yerine getirmesini sağlayan kontrol sürecidir.</a:t>
            </a:r>
          </a:p>
          <a:p>
            <a:pPr>
              <a:spcAft>
                <a:spcPts val="800"/>
              </a:spcAft>
              <a:defRPr b="1" sz="2200">
                <a:solidFill>
                  <a:srgbClr val="FF4FB2"/>
                </a:solidFill>
              </a:defRPr>
            </a:pPr>
            <a:r>
              <a:t>Temel Görevler:</a:t>
            </a:r>
          </a:p>
          <a:p>
            <a:pPr>
              <a:spcAft>
                <a:spcPts val="1000"/>
              </a:spcAft>
              <a:defRPr sz="1500">
                <a:solidFill>
                  <a:srgbClr val="F8F8F2"/>
                </a:solidFill>
              </a:defRPr>
            </a:pPr>
            <a:r>
              <a:t>• Hataları Kullanıcıdan Önce Bulmak: Sistemin geliştirme aşamasındayken hatalardan arındırılması.</a:t>
            </a:r>
          </a:p>
          <a:p>
            <a:pPr>
              <a:spcAft>
                <a:spcPts val="1000"/>
              </a:spcAft>
              <a:defRPr sz="1500">
                <a:solidFill>
                  <a:srgbClr val="F8F8F2"/>
                </a:solidFill>
              </a:defRPr>
            </a:pPr>
            <a:r>
              <a:t>• Kalite Standartlarını Korumak: Yazılımın her sürümde aynı kalitede çalışmasını sağlamak.</a:t>
            </a:r>
          </a:p>
          <a:p>
            <a:pPr>
              <a:spcAft>
                <a:spcPts val="1000"/>
              </a:spcAft>
              <a:defRPr sz="1500">
                <a:solidFill>
                  <a:srgbClr val="F8F8F2"/>
                </a:solidFill>
              </a:defRPr>
            </a:pPr>
            <a:r>
              <a:t>• Güvenilirlik Sağlamak: Kullanıcı deneyimini iyileştirmek ve sistem çökmesini engellemek.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DCFF"/>
                </a:solidFill>
                <a:latin typeface="Arial"/>
              </a:defRPr>
            </a:pPr>
            <a:r>
              <a:t>Manuel Test Nedir?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200">
                <a:solidFill>
                  <a:srgbClr val="64DCFF"/>
                </a:solidFill>
              </a:defRPr>
            </a:pPr>
            <a:r>
              <a:t>İnsan Odaklı Kontrol Süreci:</a:t>
            </a:r>
          </a:p>
          <a:p>
            <a:pPr>
              <a:spcAft>
                <a:spcPts val="2000"/>
              </a:spcAft>
              <a:defRPr sz="1600">
                <a:solidFill>
                  <a:srgbClr val="F8F8F2"/>
                </a:solidFill>
              </a:defRPr>
            </a:pPr>
            <a:r>
              <a:t>Manuel test, test mühendisinin herhangi bir kod veya araç kullanmadan, yazılımı doğrudan bir kullanıcı gibi el ile tıklayarak ve gözlemleyerek kontrol etmesidir.</a:t>
            </a:r>
          </a:p>
          <a:p>
            <a:pPr>
              <a:spcAft>
                <a:spcPts val="800"/>
              </a:spcAft>
              <a:defRPr b="1" sz="2200">
                <a:solidFill>
                  <a:srgbClr val="64DCFF"/>
                </a:solidFill>
              </a:defRPr>
            </a:pPr>
            <a:r>
              <a:t>Özellikleri ve Sınırları:</a:t>
            </a:r>
          </a:p>
          <a:p>
            <a:pPr>
              <a:spcAft>
                <a:spcPts val="1000"/>
              </a:spcAft>
              <a:defRPr sz="1500">
                <a:solidFill>
                  <a:srgbClr val="F8F8F2"/>
                </a:solidFill>
              </a:defRPr>
            </a:pPr>
            <a:r>
              <a:t>• Kullanıcı Deneyimi: Tasarım hataları ve kullanım kolaylığı en iyi manuel testlerle ölçülür.</a:t>
            </a:r>
          </a:p>
          <a:p>
            <a:pPr>
              <a:spcAft>
                <a:spcPts val="1000"/>
              </a:spcAft>
              <a:defRPr sz="1500">
                <a:solidFill>
                  <a:srgbClr val="F8F8F2"/>
                </a:solidFill>
              </a:defRPr>
            </a:pPr>
            <a:r>
              <a:t>• İnsan Sezgisi: Yazılımdaki mantıksal açıkları bulmakta insan yaratıcılığı önemlidir.</a:t>
            </a:r>
          </a:p>
          <a:p>
            <a:pPr>
              <a:spcAft>
                <a:spcPts val="1000"/>
              </a:spcAft>
              <a:defRPr sz="1500">
                <a:solidFill>
                  <a:srgbClr val="F8F8F2"/>
                </a:solidFill>
              </a:defRPr>
            </a:pPr>
            <a:r>
              <a:t>• Zaman ve Maliyet: Büyük projelerde tüm testleri her seferinde elle yapmak çok zaman alır ve yorucudur.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DCFF"/>
                </a:solidFill>
                <a:latin typeface="Arial"/>
              </a:defRPr>
            </a:pPr>
            <a:r>
              <a:t>Otomatik Test Nedir?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200">
                <a:solidFill>
                  <a:srgbClr val="50FA7B"/>
                </a:solidFill>
              </a:defRPr>
            </a:pPr>
            <a:r>
              <a:t>Kod Tabanlı Kontrol Süreci:</a:t>
            </a:r>
          </a:p>
          <a:p>
            <a:pPr>
              <a:spcAft>
                <a:spcPts val="2000"/>
              </a:spcAft>
              <a:defRPr sz="1600">
                <a:solidFill>
                  <a:srgbClr val="F8F8F2"/>
                </a:solidFill>
              </a:defRPr>
            </a:pPr>
            <a:r>
              <a:t>Otomatik test, test senaryolarının kodlanarak bilgisayar programları vasıtasıyla kendi kendine ve otomatik olarak çalıştırılması sürecidir.</a:t>
            </a:r>
          </a:p>
          <a:p>
            <a:pPr>
              <a:spcAft>
                <a:spcPts val="800"/>
              </a:spcAft>
              <a:defRPr b="1" sz="2200">
                <a:solidFill>
                  <a:srgbClr val="50FA7B"/>
                </a:solidFill>
              </a:defRPr>
            </a:pPr>
            <a:r>
              <a:t>Sağladığı Avantajlar:</a:t>
            </a:r>
          </a:p>
          <a:p>
            <a:pPr>
              <a:spcAft>
                <a:spcPts val="1000"/>
              </a:spcAft>
              <a:defRPr sz="1500">
                <a:solidFill>
                  <a:srgbClr val="F8F8F2"/>
                </a:solidFill>
              </a:defRPr>
            </a:pPr>
            <a:r>
              <a:t>• Hız: İnsanın saatlerce uğraşacağı yüzlerce senaryoyu saniyeler içinde çalıştırır.</a:t>
            </a:r>
          </a:p>
          <a:p>
            <a:pPr>
              <a:spcAft>
                <a:spcPts val="1000"/>
              </a:spcAft>
              <a:defRPr sz="1500">
                <a:solidFill>
                  <a:srgbClr val="F8F8F2"/>
                </a:solidFill>
              </a:defRPr>
            </a:pPr>
            <a:r>
              <a:t>• Tutarlılık: Testler her seferinde aynı adımları hatasız ve kararlı bir şekilde takip eder.</a:t>
            </a:r>
          </a:p>
          <a:p>
            <a:pPr>
              <a:spcAft>
                <a:spcPts val="1000"/>
              </a:spcAft>
              <a:defRPr sz="1500">
                <a:solidFill>
                  <a:srgbClr val="F8F8F2"/>
                </a:solidFill>
              </a:defRPr>
            </a:pPr>
            <a:r>
              <a:t>• Süreklilik: Geceleri veya hafta sonları dahi insan müdahalesi olmadan çalışabilir.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DCFF"/>
                </a:solidFill>
                <a:latin typeface="Arial"/>
              </a:defRPr>
            </a:pPr>
            <a:r>
              <a:t>Geriye Dönük Testler Neden Önemlidir?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200">
                <a:solidFill>
                  <a:srgbClr val="FF4FB2"/>
                </a:solidFill>
              </a:defRPr>
            </a:pPr>
            <a:r>
              <a:t>Geriye Dönük Kontrol Nedir?</a:t>
            </a:r>
          </a:p>
          <a:p>
            <a:pPr>
              <a:spcAft>
                <a:spcPts val="2000"/>
              </a:spcAft>
              <a:defRPr sz="1600">
                <a:solidFill>
                  <a:srgbClr val="F8F8F2"/>
                </a:solidFill>
              </a:defRPr>
            </a:pPr>
            <a:r>
              <a:t>Yazılıma yeni bir özellik eklendiğinde veya mevcut bir hata düzeltildiğinde, sistemin eski çalışan kısımlarının bozulup bozulmadığını kontrol etmeye geriye dönük test denir.</a:t>
            </a:r>
          </a:p>
          <a:p>
            <a:pPr>
              <a:spcAft>
                <a:spcPts val="800"/>
              </a:spcAft>
              <a:defRPr b="1" sz="2200">
                <a:solidFill>
                  <a:srgbClr val="FF4FB2"/>
                </a:solidFill>
              </a:defRPr>
            </a:pPr>
            <a:r>
              <a:t>Neden Kritik?</a:t>
            </a:r>
          </a:p>
          <a:p>
            <a:pPr>
              <a:spcAft>
                <a:spcPts val="1000"/>
              </a:spcAft>
              <a:defRPr sz="1500">
                <a:solidFill>
                  <a:srgbClr val="F8F8F2"/>
                </a:solidFill>
              </a:defRPr>
            </a:pPr>
            <a:r>
              <a:t>✔ Kararlılık: Yapılan her yeni güncellemenin sistemi çökertmediğinden emin olunur.</a:t>
            </a:r>
          </a:p>
          <a:p>
            <a:pPr>
              <a:spcAft>
                <a:spcPts val="1000"/>
              </a:spcAft>
              <a:defRPr sz="1500">
                <a:solidFill>
                  <a:srgbClr val="F8F8F2"/>
                </a:solidFill>
              </a:defRPr>
            </a:pPr>
            <a:r>
              <a:t>✔ Hata Engelleme: Yeni kodların eski kodlarla çakışmasını engeller.</a:t>
            </a:r>
          </a:p>
          <a:p>
            <a:pPr>
              <a:spcAft>
                <a:spcPts val="1000"/>
              </a:spcAft>
              <a:defRPr sz="1500">
                <a:solidFill>
                  <a:srgbClr val="F8F8F2"/>
                </a:solidFill>
              </a:defRPr>
            </a:pPr>
            <a:r>
              <a:t>✔ Security Ağı: Yazılımcıların sisteme güvenle yeni kod eklemesini sağlar.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DCFF"/>
                </a:solidFill>
                <a:latin typeface="Arial"/>
              </a:defRPr>
            </a:pPr>
            <a:r>
              <a:t>Yapay Zeka Destekli Test Mühendisliği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200">
                <a:solidFill>
                  <a:srgbClr val="64DCFF"/>
                </a:solidFill>
              </a:defRPr>
            </a:pPr>
            <a:r>
              <a:t>Yapay Zekanın Temel Farkları:</a:t>
            </a:r>
          </a:p>
          <a:p>
            <a:pPr>
              <a:spcAft>
                <a:spcPts val="2000"/>
              </a:spcAft>
              <a:defRPr sz="1600">
                <a:solidFill>
                  <a:srgbClr val="F8F8F2"/>
                </a:solidFill>
              </a:defRPr>
            </a:pPr>
            <a:r>
              <a:t>Geleneksel test otomasyonunda tüm senaryoları insan yazar. Yapay zeka destekli süreçlerde ise yapay zeka sistem gereksinimlerini inceleyerek otomatik olarak test senaryoları tasarlayabilir, test kodlarını üretebilir ve hataları analiz edebilir.</a:t>
            </a:r>
          </a:p>
          <a:p>
            <a:pPr>
              <a:spcAft>
                <a:spcPts val="1000"/>
              </a:spcAft>
              <a:defRPr sz="1500">
                <a:solidFill>
                  <a:srgbClr val="F8F8F2"/>
                </a:solidFill>
              </a:defRPr>
            </a:pPr>
            <a:r>
              <a:t>• İnsanın gözden kaçırabileceği sıra dışı durumları yapay zeka kolayca tahmin edip test edebilir.</a:t>
            </a:r>
          </a:p>
          <a:p>
            <a:pPr>
              <a:spcAft>
                <a:spcPts val="1000"/>
              </a:spcAft>
              <a:defRPr sz="1500">
                <a:solidFill>
                  <a:srgbClr val="F8F8F2"/>
                </a:solidFill>
              </a:defRPr>
            </a:pPr>
            <a:r>
              <a:t>• Sistem yapısı değiştiğinde test kodlarının bozulmasını engeller ve kendi kendini günceller.</a:t>
            </a:r>
          </a:p>
          <a:p>
            <a:pPr>
              <a:spcAft>
                <a:spcPts val="1000"/>
              </a:spcAft>
              <a:defRPr sz="1500">
                <a:solidFill>
                  <a:srgbClr val="F8F8F2"/>
                </a:solidFill>
              </a:defRPr>
            </a:pPr>
            <a:r>
              <a:t>• Hata loglarını okuyarak hatanın tam olarak neden kaynaklandığını saniyeler içinde açıklar.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DCFF"/>
                </a:solidFill>
                <a:latin typeface="Arial"/>
              </a:defRPr>
            </a:pPr>
            <a:r>
              <a:t>Yapay Zekanın Sağladığı Kolaylıklar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50FA7B"/>
                </a:solidFill>
              </a:defRPr>
            </a:pPr>
            <a:r>
              <a:t>Dette Temel Kolaylık:</a:t>
            </a:r>
          </a:p>
          <a:p>
            <a:pPr>
              <a:defRPr b="1" sz="1600">
                <a:solidFill>
                  <a:srgbClr val="64DCFF"/>
                </a:solidFill>
              </a:defRPr>
            </a:pPr>
            <a:r>
              <a:t>★ Otomatik Test Kodu Yazımı:</a:t>
            </a:r>
          </a:p>
          <a:p>
            <a:pPr>
              <a:spcAft>
                <a:spcPts val="1000"/>
              </a:spcAft>
              <a:defRPr sz="1400">
                <a:solidFill>
                  <a:srgbClr val="F8F8F2"/>
                </a:solidFill>
              </a:defRPr>
            </a:pPr>
            <a:r>
              <a:t>   Yapay zeka, test edilecek servisin yapısını inceleyerek gerekli test kodlarını saniyeler içinde hatasız olarak yazar.</a:t>
            </a:r>
          </a:p>
          <a:p>
            <a:pPr>
              <a:defRPr b="1" sz="1600">
                <a:solidFill>
                  <a:srgbClr val="64DCFF"/>
                </a:solidFill>
              </a:defRPr>
            </a:pPr>
            <a:r>
              <a:t>★ Kendi Kendini Onarma:</a:t>
            </a:r>
          </a:p>
          <a:p>
            <a:pPr>
              <a:spcAft>
                <a:spcPts val="1000"/>
              </a:spcAft>
              <a:defRPr sz="1400">
                <a:solidFill>
                  <a:srgbClr val="F8F8F2"/>
                </a:solidFill>
              </a:defRPr>
            </a:pPr>
            <a:r>
              <a:t>   Sistem güncellendiğinde veya veri yapıları değiştiğinde testlerin kırılmasını engeller, test kodlarını otomatik günceller.</a:t>
            </a:r>
          </a:p>
          <a:p>
            <a:pPr>
              <a:defRPr b="1" sz="1600">
                <a:solidFill>
                  <a:srgbClr val="64DCFF"/>
                </a:solidFill>
              </a:defRPr>
            </a:pPr>
            <a:r>
              <a:t>★ Hızlı Hata Teşhisi:</a:t>
            </a:r>
          </a:p>
          <a:p>
            <a:pPr>
              <a:spcAft>
                <a:spcPts val="1000"/>
              </a:spcAft>
              <a:defRPr sz="1400">
                <a:solidFill>
                  <a:srgbClr val="F8F8F2"/>
                </a:solidFill>
              </a:defRPr>
            </a:pPr>
            <a:r>
              <a:t>   Başarısız olan testlerin raporlarını okuyarak hatanın koddan mı, veri tabanından mı yoksa internet yavaşlığından mı olduğunu söyler.</a:t>
            </a:r>
          </a:p>
          <a:p>
            <a:pPr>
              <a:defRPr b="1" sz="1600">
                <a:solidFill>
                  <a:srgbClr val="64DCFF"/>
                </a:solidFill>
              </a:defRPr>
            </a:pPr>
            <a:r>
              <a:t>★ Zaman Tasarrufu:</a:t>
            </a:r>
          </a:p>
          <a:p>
            <a:pPr>
              <a:spcAft>
                <a:spcPts val="1000"/>
              </a:spcAft>
              <a:defRPr sz="1400">
                <a:solidFill>
                  <a:srgbClr val="F8F8F2"/>
                </a:solidFill>
              </a:defRPr>
            </a:pPr>
            <a:r>
              <a:t>   Normal şartlarda günlerce sürecek test yazım ve bakım sürecini dakikalara indirerek test mühendislerine zaman kazandırır.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DCFF"/>
                </a:solidFill>
                <a:latin typeface="Arial"/>
              </a:defRPr>
            </a:pPr>
            <a:r>
              <a:t>Geleceğin Test Mühendisi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200">
                <a:solidFill>
                  <a:srgbClr val="FF4FB2"/>
                </a:solidFill>
              </a:defRPr>
            </a:pPr>
            <a:r>
              <a:t>İnsan ve Yapay Zeka İş Birliği:</a:t>
            </a:r>
          </a:p>
          <a:p>
            <a:pPr>
              <a:spcAft>
                <a:spcPts val="1400"/>
              </a:spcAft>
              <a:defRPr sz="1500">
                <a:solidFill>
                  <a:srgbClr val="F8F8F2"/>
                </a:solidFill>
              </a:defRPr>
            </a:pPr>
            <a:r>
              <a:t>• Rutin İşlerin Azalması: Test mühendisleri artık satır satır kod yazmakla vakit kaybetmek yerine, yapay zekanın ürettiği testleri denetler ve test mimarisini planlar.</a:t>
            </a:r>
          </a:p>
          <a:p>
            <a:pPr>
              <a:spcAft>
                <a:spcPts val="1400"/>
              </a:spcAft>
              <a:defRPr sz="1500">
                <a:solidFill>
                  <a:srgbClr val="F8F8F2"/>
                </a:solidFill>
              </a:defRPr>
            </a:pPr>
            <a:r>
              <a:t>• Stratejik Rol: Yapay zeka tekrarlayan testleri yaparken; insan mühendisler güvenlik, sistem tasarımı ve kullanıcı deneyimi gibi daha karmaşık alanlara odaklanır.</a:t>
            </a:r>
          </a:p>
          <a:p>
            <a:pPr>
              <a:spcAft>
                <a:spcPts val="1400"/>
              </a:spcAft>
              <a:defRPr sz="1500">
                <a:solidFill>
                  <a:srgbClr val="F8F8F2"/>
                </a:solidFill>
              </a:defRPr>
            </a:pPr>
            <a:r>
              <a:t>• Yapay Zeka Bir Yardımcıdır: Yapay zeka test mühendislerinin yerini alan bir tehdit değil; onların verimliliğini artıran ve yazılım kalitesini yükselten güçlü bir yardımcıdır.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4DCFF"/>
                </a:solidFill>
                <a:latin typeface="Arial"/>
              </a:defRPr>
            </a:pPr>
            <a:r>
              <a:t>Projede Kullanılan Araçlar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200">
                <a:solidFill>
                  <a:srgbClr val="64DCFF"/>
                </a:solidFill>
              </a:defRPr>
            </a:pPr>
            <a:r>
              <a:t>Otomasyon Altyapısı:</a:t>
            </a:r>
          </a:p>
          <a:p>
            <a:pPr>
              <a:spcAft>
                <a:spcPts val="1200"/>
              </a:spcAft>
              <a:defRPr sz="1500">
                <a:solidFill>
                  <a:srgbClr val="F8F8F2"/>
                </a:solidFill>
              </a:defRPr>
            </a:pPr>
            <a:r>
              <a:t>✔ Java Programlama Dili: Test kodlarımızın yazıldığı temel dildir.</a:t>
            </a:r>
          </a:p>
          <a:p>
            <a:pPr>
              <a:spcAft>
                <a:spcPts val="1200"/>
              </a:spcAft>
              <a:defRPr sz="1500">
                <a:solidFill>
                  <a:srgbClr val="F8F8F2"/>
                </a:solidFill>
              </a:defRPr>
            </a:pPr>
            <a:r>
              <a:t>✔ Rest Assured Kütüphanesi: İnternet üzerinden servislere istek gönderip gelen yanıtları kontrol eden kütüphanedir.</a:t>
            </a:r>
          </a:p>
          <a:p>
            <a:pPr>
              <a:spcAft>
                <a:spcPts val="1200"/>
              </a:spcAft>
              <a:defRPr sz="1500">
                <a:solidFill>
                  <a:srgbClr val="F8F8F2"/>
                </a:solidFill>
              </a:defRPr>
            </a:pPr>
            <a:r>
              <a:t>✔ JUnit Kütüphanesi: Test senaryolarımızın düzenlenmesini ve koşturulmasını sağlayan ana test motorudur.</a:t>
            </a:r>
          </a:p>
          <a:p>
            <a:pPr>
              <a:spcAft>
                <a:spcPts val="1200"/>
              </a:spcAft>
              <a:defRPr sz="1500">
                <a:solidFill>
                  <a:srgbClr val="F8F8F2"/>
                </a:solidFill>
              </a:defRPr>
            </a:pPr>
            <a:r>
              <a:t>✔ Maven Aracı: Projenin kütüphane bağımlılıklarını yöneten ve testleri derleyip çalıştıran sistemdir.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4FB2"/>
                </a:solidFill>
                <a:latin typeface="Arial"/>
              </a:defRPr>
            </a:pPr>
            <a:r>
              <a:t>Özet ve Sonuç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4457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8F8F2"/>
                </a:solidFill>
                <a:latin typeface="Arial"/>
              </a:defRPr>
            </a:pPr>
            <a:r>
              <a:t>Yapay zeka destekli yazılım test mühendisliği yaklaşımlarını incelediğimiz bu çalışmada; test süreçlerinin yapay zeka yardımıyla nasıl daha hızlı ve güvenilir hale getirilebileceğini gördük.</a:t>
            </a:r>
            <a:br/>
            <a:br/>
            <a:r>
              <a:t>Dinlediğiniz için teşekkür ederim!</a:t>
            </a:r>
            <a:br/>
            <a:r>
              <a:t>Sorularınızı yanıtlamaktan memnuniyet duyarım.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